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67"/>
    <p:restoredTop sz="94692"/>
  </p:normalViewPr>
  <p:slideViewPr>
    <p:cSldViewPr snapToGrid="0">
      <p:cViewPr>
        <p:scale>
          <a:sx n="119" d="100"/>
          <a:sy n="119" d="100"/>
        </p:scale>
        <p:origin x="424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761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55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>
                    <a:tint val="82000"/>
                  </a:schemeClr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82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82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5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33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800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88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34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0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61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119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33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E3F874-0F2D-6B40-A29F-A38D817AF89C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B4575-A960-AF4D-8C71-D4BEE2B527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603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7C373E9-3C8D-FAC3-4498-7CB9E34FB9D1}"/>
              </a:ext>
            </a:extLst>
          </p:cNvPr>
          <p:cNvSpPr/>
          <p:nvPr/>
        </p:nvSpPr>
        <p:spPr>
          <a:xfrm>
            <a:off x="4305666" y="921446"/>
            <a:ext cx="3226281" cy="1794662"/>
          </a:xfrm>
          <a:prstGeom prst="roundRect">
            <a:avLst>
              <a:gd name="adj" fmla="val 38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2FA683D-2050-1891-7DEE-D0DECD74F631}"/>
              </a:ext>
            </a:extLst>
          </p:cNvPr>
          <p:cNvSpPr/>
          <p:nvPr/>
        </p:nvSpPr>
        <p:spPr>
          <a:xfrm>
            <a:off x="4370012" y="3011019"/>
            <a:ext cx="2491375" cy="2011407"/>
          </a:xfrm>
          <a:prstGeom prst="roundRect">
            <a:avLst>
              <a:gd name="adj" fmla="val 38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0B286-FBB4-42C6-6BB4-D909B4174E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83" y="76668"/>
            <a:ext cx="5151217" cy="481606"/>
          </a:xfrm>
        </p:spPr>
        <p:txBody>
          <a:bodyPr>
            <a:normAutofit fontScale="90000"/>
          </a:bodyPr>
          <a:lstStyle/>
          <a:p>
            <a:r>
              <a:rPr lang="en-US" sz="2400" b="1" dirty="0"/>
              <a:t>Intelligent Book Workshop Cheet Sheat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0194A0C-9DAA-2EF7-A654-57A15D0C8CEB}"/>
              </a:ext>
            </a:extLst>
          </p:cNvPr>
          <p:cNvGrpSpPr/>
          <p:nvPr/>
        </p:nvGrpSpPr>
        <p:grpSpPr>
          <a:xfrm>
            <a:off x="207797" y="1379659"/>
            <a:ext cx="3957803" cy="2507599"/>
            <a:chOff x="236372" y="650997"/>
            <a:chExt cx="3957803" cy="2507599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2DA18E08-2433-289B-71FF-99A278606DD1}"/>
                </a:ext>
              </a:extLst>
            </p:cNvPr>
            <p:cNvSpPr/>
            <p:nvPr/>
          </p:nvSpPr>
          <p:spPr>
            <a:xfrm>
              <a:off x="236372" y="832230"/>
              <a:ext cx="3957803" cy="2326366"/>
            </a:xfrm>
            <a:prstGeom prst="roundRect">
              <a:avLst>
                <a:gd name="adj" fmla="val 38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EBB7EACB-68F9-FAE7-859A-AA69340C1199}"/>
                </a:ext>
              </a:extLst>
            </p:cNvPr>
            <p:cNvSpPr/>
            <p:nvPr/>
          </p:nvSpPr>
          <p:spPr>
            <a:xfrm>
              <a:off x="365576" y="650997"/>
              <a:ext cx="878637" cy="292780"/>
            </a:xfrm>
            <a:prstGeom prst="roundRect">
              <a:avLst>
                <a:gd name="adj" fmla="val 1972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Setup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A21C3A-D613-84B7-8366-D78400D53B86}"/>
                </a:ext>
              </a:extLst>
            </p:cNvPr>
            <p:cNvSpPr txBox="1"/>
            <p:nvPr/>
          </p:nvSpPr>
          <p:spPr>
            <a:xfrm>
              <a:off x="274394" y="939560"/>
              <a:ext cx="3809926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$ mkdir ~/projects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$ cd projects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$ git clone https://github.com/dmccreary/claude-skills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$ export BK_HOME=$HOME/projects/claude-skills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$ cd claude-skills/scripts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$ ./bk-install-scripts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$ ./bk-install-skills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$ cd ~/projects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$ git clone https://github.com/GITHUB_ID/BOOK_REPO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$ cd BOOK_REPO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$ claude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1A9516B-8298-83E7-3DB0-E3D62B1EF202}"/>
              </a:ext>
            </a:extLst>
          </p:cNvPr>
          <p:cNvSpPr/>
          <p:nvPr/>
        </p:nvSpPr>
        <p:spPr>
          <a:xfrm>
            <a:off x="4450079" y="2377439"/>
            <a:ext cx="2298102" cy="2099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L1: Static Textbook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D92EEFB-DF75-DA62-5229-9FA59F4A61C3}"/>
              </a:ext>
            </a:extLst>
          </p:cNvPr>
          <p:cNvSpPr/>
          <p:nvPr/>
        </p:nvSpPr>
        <p:spPr>
          <a:xfrm>
            <a:off x="4612640" y="2079104"/>
            <a:ext cx="1974615" cy="2099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L2: Interactive Textbook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BF3B9BA-AC66-A764-4FB5-BFA5DB9F75E5}"/>
              </a:ext>
            </a:extLst>
          </p:cNvPr>
          <p:cNvSpPr/>
          <p:nvPr/>
        </p:nvSpPr>
        <p:spPr>
          <a:xfrm>
            <a:off x="4748107" y="1761681"/>
            <a:ext cx="1705044" cy="22906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L3: Adaptive Textbook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5EB3DA3-086A-538A-BE19-04F53C6D02E3}"/>
              </a:ext>
            </a:extLst>
          </p:cNvPr>
          <p:cNvSpPr/>
          <p:nvPr/>
        </p:nvSpPr>
        <p:spPr>
          <a:xfrm>
            <a:off x="4856482" y="1463347"/>
            <a:ext cx="1516342" cy="2099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L4: Chatbot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A6C9488-38A8-0757-7F84-6474957E0309}"/>
              </a:ext>
            </a:extLst>
          </p:cNvPr>
          <p:cNvSpPr/>
          <p:nvPr/>
        </p:nvSpPr>
        <p:spPr>
          <a:xfrm>
            <a:off x="4930988" y="1165013"/>
            <a:ext cx="1341120" cy="2099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L5: Autonomous</a:t>
            </a:r>
          </a:p>
        </p:txBody>
      </p:sp>
      <p:sp>
        <p:nvSpPr>
          <p:cNvPr id="13" name="Left Arrow 12">
            <a:extLst>
              <a:ext uri="{FF2B5EF4-FFF2-40B4-BE49-F238E27FC236}">
                <a16:creationId xmlns:a16="http://schemas.microsoft.com/office/drawing/2014/main" id="{597E922A-B664-AFF5-3C0E-EFCB1B4C99AB}"/>
              </a:ext>
            </a:extLst>
          </p:cNvPr>
          <p:cNvSpPr/>
          <p:nvPr/>
        </p:nvSpPr>
        <p:spPr>
          <a:xfrm>
            <a:off x="6719146" y="2038772"/>
            <a:ext cx="700887" cy="298026"/>
          </a:xfrm>
          <a:prstGeom prst="leftArrow">
            <a:avLst/>
          </a:prstGeom>
          <a:solidFill>
            <a:schemeClr val="bg1">
              <a:lumMod val="8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Today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07B744C-2E37-FFF3-AA73-3B71536CAA49}"/>
              </a:ext>
            </a:extLst>
          </p:cNvPr>
          <p:cNvGrpSpPr/>
          <p:nvPr/>
        </p:nvGrpSpPr>
        <p:grpSpPr>
          <a:xfrm>
            <a:off x="146520" y="4069095"/>
            <a:ext cx="3270310" cy="2671324"/>
            <a:chOff x="217958" y="3397583"/>
            <a:chExt cx="3270310" cy="2671324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6CA8A8EB-DB3A-DCED-5F89-CB90A8B6E03D}"/>
                </a:ext>
              </a:extLst>
            </p:cNvPr>
            <p:cNvSpPr/>
            <p:nvPr/>
          </p:nvSpPr>
          <p:spPr>
            <a:xfrm>
              <a:off x="217958" y="3535953"/>
              <a:ext cx="3270310" cy="2532954"/>
            </a:xfrm>
            <a:prstGeom prst="roundRect">
              <a:avLst>
                <a:gd name="adj" fmla="val 38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4052EA3D-FBC9-CDA4-17B3-44F45D333168}"/>
                </a:ext>
              </a:extLst>
            </p:cNvPr>
            <p:cNvSpPr/>
            <p:nvPr/>
          </p:nvSpPr>
          <p:spPr>
            <a:xfrm>
              <a:off x="375735" y="3397583"/>
              <a:ext cx="2719677" cy="292780"/>
            </a:xfrm>
            <a:prstGeom prst="roundRect">
              <a:avLst>
                <a:gd name="adj" fmla="val 1972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Sample Book Generation Skills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DAAE01C-B1FA-FA26-734E-42EFC967A0EE}"/>
                </a:ext>
              </a:extLst>
            </p:cNvPr>
            <p:cNvSpPr txBox="1"/>
            <p:nvPr/>
          </p:nvSpPr>
          <p:spPr>
            <a:xfrm>
              <a:off x="338740" y="3720013"/>
              <a:ext cx="3047927" cy="212365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install-mkdocs-template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course-description-analyzer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learning-graph-generator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install-learning-graph-viewer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book-chapter-generator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chapter-content-generator chapter 1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glossary-generator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faq-generator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&gt;/skill quiz-generator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reference-generator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&gt;/skill linkedin-announcement-generator</a:t>
              </a:r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61D2947-31D0-4E46-9DBC-D585C71505C2}"/>
              </a:ext>
            </a:extLst>
          </p:cNvPr>
          <p:cNvSpPr/>
          <p:nvPr/>
        </p:nvSpPr>
        <p:spPr>
          <a:xfrm>
            <a:off x="4372003" y="742437"/>
            <a:ext cx="1256637" cy="292780"/>
          </a:xfrm>
          <a:prstGeom prst="roundRect">
            <a:avLst>
              <a:gd name="adj" fmla="val 197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Book Levels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3EAF7BA-6772-076C-8B3D-101310527409}"/>
              </a:ext>
            </a:extLst>
          </p:cNvPr>
          <p:cNvSpPr/>
          <p:nvPr/>
        </p:nvSpPr>
        <p:spPr>
          <a:xfrm>
            <a:off x="4558270" y="2852331"/>
            <a:ext cx="2079597" cy="292780"/>
          </a:xfrm>
          <a:prstGeom prst="roundRect">
            <a:avLst>
              <a:gd name="adj" fmla="val 197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2001 Bloom Taxonomy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AE6DF8E-4EAE-A0CC-FA7A-D99E3A2A76EA}"/>
              </a:ext>
            </a:extLst>
          </p:cNvPr>
          <p:cNvSpPr/>
          <p:nvPr/>
        </p:nvSpPr>
        <p:spPr>
          <a:xfrm>
            <a:off x="4771813" y="4700694"/>
            <a:ext cx="1764454" cy="220132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Remember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AF760B4-CDE3-63AB-7EED-B1B3881D7E15}"/>
              </a:ext>
            </a:extLst>
          </p:cNvPr>
          <p:cNvSpPr/>
          <p:nvPr/>
        </p:nvSpPr>
        <p:spPr>
          <a:xfrm>
            <a:off x="4907280" y="4391766"/>
            <a:ext cx="1493520" cy="24076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Understand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A2A122F-5104-FB11-1AA9-908878D2A832}"/>
              </a:ext>
            </a:extLst>
          </p:cNvPr>
          <p:cNvSpPr/>
          <p:nvPr/>
        </p:nvSpPr>
        <p:spPr>
          <a:xfrm>
            <a:off x="5034280" y="4094540"/>
            <a:ext cx="1239520" cy="22906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Apply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0E60462-9E09-386C-2F52-A994F93E338B}"/>
              </a:ext>
            </a:extLst>
          </p:cNvPr>
          <p:cNvSpPr/>
          <p:nvPr/>
        </p:nvSpPr>
        <p:spPr>
          <a:xfrm>
            <a:off x="5229015" y="3519177"/>
            <a:ext cx="850051" cy="2099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Analize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6974B5D-80CB-D80A-E958-8B9B29868537}"/>
              </a:ext>
            </a:extLst>
          </p:cNvPr>
          <p:cNvSpPr/>
          <p:nvPr/>
        </p:nvSpPr>
        <p:spPr>
          <a:xfrm>
            <a:off x="5313681" y="3241040"/>
            <a:ext cx="680718" cy="209974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Create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B215BB7-CB97-8CAD-ACB2-DE4E3785A388}"/>
              </a:ext>
            </a:extLst>
          </p:cNvPr>
          <p:cNvSpPr/>
          <p:nvPr/>
        </p:nvSpPr>
        <p:spPr>
          <a:xfrm>
            <a:off x="5142654" y="3797314"/>
            <a:ext cx="1022772" cy="22906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Evaluate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DD2124F-FB22-41C5-5B0B-E879695C7C64}"/>
              </a:ext>
            </a:extLst>
          </p:cNvPr>
          <p:cNvGrpSpPr/>
          <p:nvPr/>
        </p:nvGrpSpPr>
        <p:grpSpPr>
          <a:xfrm>
            <a:off x="137841" y="6912731"/>
            <a:ext cx="2878564" cy="2891457"/>
            <a:chOff x="180704" y="6198356"/>
            <a:chExt cx="2878564" cy="2891457"/>
          </a:xfrm>
        </p:grpSpPr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1709C0B0-9506-8B20-9587-445F2BB6F600}"/>
                </a:ext>
              </a:extLst>
            </p:cNvPr>
            <p:cNvSpPr/>
            <p:nvPr/>
          </p:nvSpPr>
          <p:spPr>
            <a:xfrm>
              <a:off x="180704" y="6336726"/>
              <a:ext cx="2783779" cy="2753087"/>
            </a:xfrm>
            <a:prstGeom prst="roundRect">
              <a:avLst>
                <a:gd name="adj" fmla="val 38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11755D53-6CB6-5B62-6FB5-F3699060D0C7}"/>
                </a:ext>
              </a:extLst>
            </p:cNvPr>
            <p:cNvSpPr/>
            <p:nvPr/>
          </p:nvSpPr>
          <p:spPr>
            <a:xfrm>
              <a:off x="338482" y="6198356"/>
              <a:ext cx="2218982" cy="292780"/>
            </a:xfrm>
            <a:prstGeom prst="roundRect">
              <a:avLst>
                <a:gd name="adj" fmla="val 1972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Sample MicroSim Skills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D5FA5B7-80DE-43A0-0B7B-D28316C2BBD5}"/>
                </a:ext>
              </a:extLst>
            </p:cNvPr>
            <p:cNvSpPr txBox="1"/>
            <p:nvPr/>
          </p:nvSpPr>
          <p:spPr>
            <a:xfrm>
              <a:off x="199101" y="6512815"/>
              <a:ext cx="2860167" cy="230832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microsim-p5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mermaid-generator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microsim-vis-network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chartjs-generator</a:t>
              </a:r>
            </a:p>
            <a:p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timeline-generator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map-generator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math-function-plotter-plotly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causal-loop-microsim-generator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microsim-matcher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microsim-screen-capture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readme-generator</a:t>
              </a:r>
              <a:b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</a:br>
              <a:r>
                <a:rPr lang="en-US" sz="1200" dirty="0">
                  <a:solidFill>
                    <a:schemeClr val="bg1">
                      <a:lumMod val="50000"/>
                    </a:schemeClr>
                  </a:solidFill>
                </a:rPr>
                <a:t>&gt; /skill microsim-standardization</a:t>
              </a:r>
            </a:p>
          </p:txBody>
        </p:sp>
      </p:grp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21AE638-6498-D3AB-3AE7-29E09F28D910}"/>
              </a:ext>
            </a:extLst>
          </p:cNvPr>
          <p:cNvSpPr/>
          <p:nvPr/>
        </p:nvSpPr>
        <p:spPr>
          <a:xfrm>
            <a:off x="3611397" y="5249607"/>
            <a:ext cx="4022150" cy="1963994"/>
          </a:xfrm>
          <a:prstGeom prst="roundRect">
            <a:avLst>
              <a:gd name="adj" fmla="val 3879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895C453-762F-3860-46D9-7DB07D1F5C9F}"/>
              </a:ext>
            </a:extLst>
          </p:cNvPr>
          <p:cNvSpPr/>
          <p:nvPr/>
        </p:nvSpPr>
        <p:spPr>
          <a:xfrm>
            <a:off x="3796269" y="5124783"/>
            <a:ext cx="1690132" cy="280337"/>
          </a:xfrm>
          <a:prstGeom prst="roundRect">
            <a:avLst>
              <a:gd name="adj" fmla="val 1972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Sample BK Scripts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9A0F36-0DD4-B641-3222-1E31AA611518}"/>
              </a:ext>
            </a:extLst>
          </p:cNvPr>
          <p:cNvSpPr txBox="1"/>
          <p:nvPr/>
        </p:nvSpPr>
        <p:spPr>
          <a:xfrm>
            <a:off x="3617031" y="5481089"/>
            <a:ext cx="3943097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/>
              <a:t>1. bk                                                     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Build/Book utilities menu</a:t>
            </a:r>
          </a:p>
          <a:p>
            <a:r>
              <a:rPr lang="en-US" sz="800" dirty="0"/>
              <a:t> 2. bk-analyze-skill-usage           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Skill usage analysis report (minutes, tokens)</a:t>
            </a:r>
          </a:p>
          <a:p>
            <a:r>
              <a:rPr lang="en-US" sz="800" dirty="0"/>
              <a:t> 3. bk-capture-screenshot        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Capture a screenshot of a MicroSim using Chrome</a:t>
            </a:r>
          </a:p>
          <a:p>
            <a:r>
              <a:rPr lang="en-US" sz="800" dirty="0"/>
              <a:t> 4. bk-check-loops                       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Check for loops/cycles in a learning graph</a:t>
            </a:r>
          </a:p>
          <a:p>
            <a:r>
              <a:rPr lang="en-US" sz="800" dirty="0"/>
              <a:t> 5. bk-diagram-reports               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Diagram and MicroSim quality report</a:t>
            </a:r>
          </a:p>
          <a:p>
            <a:r>
              <a:rPr lang="en-US" sz="800" dirty="0"/>
              <a:t> 6. bk-generate-book-metrics 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Comprehensive metrics reports for book</a:t>
            </a:r>
          </a:p>
          <a:p>
            <a:r>
              <a:rPr lang="en-US" sz="800" dirty="0"/>
              <a:t> 7. bk-install-scripts                    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Creates symbolic links for all bk* scripts in .local/bin</a:t>
            </a:r>
          </a:p>
          <a:p>
            <a:r>
              <a:rPr lang="en-US" sz="800" dirty="0"/>
              <a:t> 8. bk-install-skills                       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Creates symbolic links in ~/.claude/skills/ for skills</a:t>
            </a:r>
          </a:p>
          <a:p>
            <a:r>
              <a:rPr lang="en-US" sz="800" dirty="0"/>
              <a:t> 9. bk-install-social-override-plugin  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Installs social_override plugin for mkdocs</a:t>
            </a:r>
          </a:p>
          <a:p>
            <a:r>
              <a:rPr lang="en-US" sz="800" dirty="0"/>
              <a:t>10. bk-list-skills                            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List all Claude skills with their descriptions</a:t>
            </a:r>
          </a:p>
          <a:p>
            <a:r>
              <a:rPr lang="en-US" sz="800" dirty="0"/>
              <a:t>11. bk-microsim-quality-report-generator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Generate quality reports for MicroSims</a:t>
            </a:r>
          </a:p>
          <a:p>
            <a:r>
              <a:rPr lang="en-US" sz="800" dirty="0"/>
              <a:t>12. bk-resize-images                   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Compresses large images to approximately 300KB .</a:t>
            </a:r>
            <a:r>
              <a:rPr lang="en-US" sz="800" dirty="0"/>
              <a:t>..</a:t>
            </a:r>
          </a:p>
          <a:p>
            <a:r>
              <a:rPr lang="en-US" sz="800" dirty="0"/>
              <a:t>13. bk-status                                   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Check the status of an intelligent textbook pro...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CAE275B-C9D5-AA5F-8F4E-1111624445ED}"/>
              </a:ext>
            </a:extLst>
          </p:cNvPr>
          <p:cNvGrpSpPr/>
          <p:nvPr/>
        </p:nvGrpSpPr>
        <p:grpSpPr>
          <a:xfrm>
            <a:off x="3066349" y="7330370"/>
            <a:ext cx="4488602" cy="2451190"/>
            <a:chOff x="3540276" y="7492062"/>
            <a:chExt cx="4100043" cy="2451190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9C41B9F9-0D2D-B355-A88F-10BA5435A9B1}"/>
                </a:ext>
              </a:extLst>
            </p:cNvPr>
            <p:cNvSpPr/>
            <p:nvPr/>
          </p:nvSpPr>
          <p:spPr>
            <a:xfrm>
              <a:off x="3540276" y="7616885"/>
              <a:ext cx="4100043" cy="2326367"/>
            </a:xfrm>
            <a:prstGeom prst="roundRect">
              <a:avLst>
                <a:gd name="adj" fmla="val 3879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2DFA5F12-9FEF-3131-5912-CDC5D6A7C33B}"/>
                </a:ext>
              </a:extLst>
            </p:cNvPr>
            <p:cNvSpPr/>
            <p:nvPr/>
          </p:nvSpPr>
          <p:spPr>
            <a:xfrm>
              <a:off x="3725149" y="7492062"/>
              <a:ext cx="1690132" cy="280337"/>
            </a:xfrm>
            <a:prstGeom prst="roundRect">
              <a:avLst>
                <a:gd name="adj" fmla="val 19724"/>
              </a:avLst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Tip and Tricks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4949155-3358-4580-3DBD-ADC74722CACB}"/>
                </a:ext>
              </a:extLst>
            </p:cNvPr>
            <p:cNvSpPr txBox="1"/>
            <p:nvPr/>
          </p:nvSpPr>
          <p:spPr>
            <a:xfrm>
              <a:off x="3545911" y="7848368"/>
              <a:ext cx="3979261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14300" indent="-114300">
                <a:buAutoNum type="arabicPeriod"/>
              </a:pP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Use the @docs/{TAB] syntax to specify a path</a:t>
              </a:r>
            </a:p>
            <a:p>
              <a:pPr marL="114300" indent="-114300">
                <a:buAutoNum type="arabicPeriod"/>
              </a:pP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Ask claude what skills it knows about</a:t>
              </a:r>
            </a:p>
            <a:p>
              <a:pPr marL="114300" indent="-114300">
                <a:buAutoNum type="arabicPeriod"/>
              </a:pP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Ask claude what new skills should be created to save you time</a:t>
              </a:r>
            </a:p>
            <a:p>
              <a:pPr marL="114300" indent="-114300">
                <a:buAutoNum type="arabicPeriod"/>
              </a:pP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Use the skill-creator skill to create specialized media types (circuit diagram)</a:t>
              </a:r>
            </a:p>
            <a:p>
              <a:pPr marL="114300" indent="-114300">
                <a:buAutoNum type="arabicPeriod"/>
              </a:pP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Always do </a:t>
              </a:r>
              <a:r>
                <a:rPr lang="en-US" sz="800" dirty="0"/>
                <a:t>git pull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on the claude skills directory before you start a session</a:t>
              </a:r>
            </a:p>
            <a:p>
              <a:pPr marL="114300" indent="-114300">
                <a:buAutoNum type="arabicPeriod"/>
              </a:pP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If you don’t see a new skill, rerun the </a:t>
              </a:r>
              <a:r>
                <a:rPr lang="en-US" sz="800" b="1" dirty="0"/>
                <a:t>bk-install-skills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 script</a:t>
              </a:r>
            </a:p>
            <a:p>
              <a:pPr marL="114300" indent="-114300">
                <a:buAutoNum type="arabicPeriod"/>
              </a:pP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Run the &gt;</a:t>
              </a:r>
              <a:r>
                <a:rPr lang="en-US" sz="800" dirty="0"/>
                <a:t>/ide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command to install claude on your IDE (</a:t>
              </a:r>
              <a:r>
                <a:rPr lang="en-US" sz="800" dirty="0" err="1">
                  <a:solidFill>
                    <a:schemeClr val="bg1">
                      <a:lumMod val="50000"/>
                    </a:schemeClr>
                  </a:solidFill>
                </a:rPr>
                <a:t>VSCode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</a:p>
            <a:p>
              <a:pPr marL="114300" indent="-114300">
                <a:buAutoNum type="arabicPeriod"/>
              </a:pP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Use the &gt; </a:t>
              </a:r>
              <a:r>
                <a:rPr lang="en-US" sz="800" dirty="0"/>
                <a:t>/skill microsim-matcher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to match a learning objective with a microsim type</a:t>
              </a:r>
            </a:p>
            <a:p>
              <a:pPr marL="114300" indent="-114300">
                <a:buAutoNum type="arabicPeriod"/>
              </a:pP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If your book is always checked into GitHub you can  set up a UNIX command alias claude-danger to add the </a:t>
              </a:r>
              <a:r>
                <a:rPr lang="en-US" sz="800" dirty="0"/>
                <a:t>--dangerously-skip-permissions</a:t>
              </a:r>
            </a:p>
            <a:p>
              <a:pPr marL="114300" indent="-114300">
                <a:buAutoNum type="arabicPeriod"/>
              </a:pP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Use the </a:t>
              </a:r>
              <a:r>
                <a:rPr lang="en-US" sz="800" dirty="0"/>
                <a:t>mkdocs </a:t>
              </a:r>
              <a:r>
                <a:rPr lang="en-US" sz="800" dirty="0" err="1"/>
                <a:t>gh</a:t>
              </a:r>
              <a:r>
                <a:rPr lang="en-US" sz="800" dirty="0"/>
                <a:t>-deploy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to publish your book to GitHub Pages</a:t>
              </a:r>
            </a:p>
            <a:p>
              <a:pPr marL="114300" indent="-114300">
                <a:buAutoNum type="arabicPeriod"/>
              </a:pP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Use the </a:t>
              </a:r>
              <a:r>
                <a:rPr lang="en-US" sz="800" dirty="0"/>
                <a:t>microsim-add-icons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</a:rPr>
                <a:t>skill to add the license and full-screen icons to the lower right corner of your MicroSim (adds 44 lines of code)</a:t>
              </a:r>
            </a:p>
            <a:p>
              <a:pPr marL="114300" indent="-114300">
                <a:buAutoNum type="arabicPeriod"/>
              </a:pPr>
              <a:endParaRPr lang="en-US" sz="800" dirty="0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5E6589A-9D3F-67DB-FDFB-8AF36A2C5AD2}"/>
              </a:ext>
            </a:extLst>
          </p:cNvPr>
          <p:cNvSpPr txBox="1"/>
          <p:nvPr/>
        </p:nvSpPr>
        <p:spPr>
          <a:xfrm>
            <a:off x="6285652" y="291254"/>
            <a:ext cx="11063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v 0.01 12/1/2025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563D02A-54EF-7D6B-46D3-F64D187AE051}"/>
              </a:ext>
            </a:extLst>
          </p:cNvPr>
          <p:cNvSpPr txBox="1"/>
          <p:nvPr/>
        </p:nvSpPr>
        <p:spPr>
          <a:xfrm>
            <a:off x="272158" y="780238"/>
            <a:ext cx="3597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https://bit.ly/dans-book-workshop</a:t>
            </a:r>
          </a:p>
        </p:txBody>
      </p:sp>
      <p:pic>
        <p:nvPicPr>
          <p:cNvPr id="45" name="Picture 4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D9769322-CF8F-98F9-68D0-03E816310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456" y="4187283"/>
            <a:ext cx="749844" cy="76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02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226</TotalTime>
  <Words>537</Words>
  <Application>Microsoft Macintosh PowerPoint</Application>
  <PresentationFormat>Custom</PresentationFormat>
  <Paragraphs>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Intelligent Book Workshop Cheet Sheat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6</cp:revision>
  <cp:lastPrinted>2025-12-01T18:19:12Z</cp:lastPrinted>
  <dcterms:created xsi:type="dcterms:W3CDTF">2025-12-01T16:11:19Z</dcterms:created>
  <dcterms:modified xsi:type="dcterms:W3CDTF">2025-12-01T21:27:04Z</dcterms:modified>
</cp:coreProperties>
</file>